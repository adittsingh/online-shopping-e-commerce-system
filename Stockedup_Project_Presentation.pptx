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aditya/OneDrive/Documents/Default Project/frontend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77256" y="320040"/>
            <a:ext cx="1234440" cy="10424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417320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STOCKEDUP</a:t>
            </a:r>
            <a:endParaRPr lang="en-US" sz="4800" dirty="0"/>
          </a:p>
        </p:txBody>
      </p:sp>
      <p:sp>
        <p:nvSpPr>
          <p:cNvPr id="4" name="Text 1"/>
          <p:cNvSpPr/>
          <p:nvPr/>
        </p:nvSpPr>
        <p:spPr>
          <a:xfrm>
            <a:off x="457200" y="228600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Shopping (E-Commerce) System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727448" y="2880360"/>
            <a:ext cx="2743200" cy="27432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3035808"/>
            <a:ext cx="112745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Project Presentation  |  MERN Stack Web Application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2441448" y="3611880"/>
            <a:ext cx="731520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pPr algn="ctr" indent="0" marL="0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Leader:  Shubham Kr. Mandal</a:t>
            </a:r>
            <a:pPr algn="ctr"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Members:  Aditya Raj (Regd. No. 2501445017)</a:t>
            </a:r>
            <a:pPr algn="ctr"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Rudra Narayan Barik (Regd. No. 2501445603)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5989320"/>
            <a:ext cx="1127455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&amp; Engineering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Gandhi Engineering College (GEC Autonomous), Bhubaneswar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7200" y="5504688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Project: https://stockedup.vercel.app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841248"/>
            <a:ext cx="1188720" cy="41148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14300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Stockedup is a full-stack e-commerce website. Customers can browse products, add them to the cart and place orders, while an admin dashboard is used to manage the store. Built with the MERN stack.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240280"/>
            <a:ext cx="110642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parts of the application - customer storefront and admin dashboard</a:t>
            </a: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catalogue with 168 products in 6 categories, with search and filters</a:t>
            </a: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Login/signup using JWT tokens; passwords stored in encrypted (hashed) form</a:t>
            </a: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Cart, coupon-based discounts and order placement with e-mail confirmation</a:t>
            </a: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design, works on mobile as well as desktop</a:t>
            </a: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on Vercel, database on MongoDB Atlas (cloud)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841248"/>
            <a:ext cx="1828800" cy="41148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built this project -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 Small/local shops have a limited reach - they can only sell to nearby customers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 Using existing marketplaces means paying high commission and platform fees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3)  Customers waste time on slow search and unclear product information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840480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4)  Order and inventory handling is done manually, which is slow and error prone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4572000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5)  Online stores are common targets of hacking - passwords and data need protection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5303520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6)  There was no simple and affordable e-commerce solution for smaller stores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841248"/>
            <a:ext cx="1463040" cy="41148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Objectives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56692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easy-to-use online store for browsing, searching and buying products</a:t>
            </a: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separate access for customers and admins using secure login</a:t>
            </a: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cart management, coupon discounts and order placement with confirmation</a:t>
            </a: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admins a dashboard to manage products, categories and orders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675120" y="10972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Objectives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675120" y="1554480"/>
            <a:ext cx="49377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with clear separation of client and server code</a:t>
            </a: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password hashing and JWT-based sessions</a:t>
            </a: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UI that works on all screen sizes</a:t>
            </a: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deployment on Vercel with MongoDB Atlas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5486400"/>
            <a:ext cx="11064240" cy="640080"/>
          </a:xfrm>
          <a:prstGeom prst="rect">
            <a:avLst/>
          </a:prstGeom>
          <a:solidFill>
            <a:srgbClr val="DDEBF7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54864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deliverables: working web application, source code package and project report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841248"/>
            <a:ext cx="1005840" cy="41148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used the MERN stack - JavaScript is used on both frontend and backend.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297680"/>
                <a:gridCol w="45720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for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18 + React Router + Vite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interface, pages, routing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Node.js + Express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 API, logic, authentication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MongoDB (Atlas) + Mongoose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Stores users, categories, products, orders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JWT + bcrypt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Login tokens and password hashing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Hosting / Tools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Vercel, Git, NPM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Deployment, version control, packages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841248"/>
            <a:ext cx="2194560" cy="41148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23444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DDEBF7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3444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  </a:t>
            </a:r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SPA - user interface, pages, API calls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080760" y="2286000"/>
            <a:ext cx="0" cy="384048"/>
          </a:xfrm>
          <a:prstGeom prst="line">
            <a:avLst/>
          </a:prstGeom>
          <a:noFill/>
          <a:ln w="28575">
            <a:solidFill>
              <a:srgbClr val="59595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63640" y="230428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over HTTPS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E2EFDA"/>
          </a:solidFill>
          <a:ln w="19050">
            <a:solidFill>
              <a:srgbClr val="37562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974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SERVER   </a:t>
            </a:r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 - REST API, auth, business logic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080760" y="3749040"/>
            <a:ext cx="0" cy="384048"/>
          </a:xfrm>
          <a:prstGeom prst="line">
            <a:avLst/>
          </a:prstGeom>
          <a:noFill/>
          <a:ln w="28575">
            <a:solidFill>
              <a:srgbClr val="59595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63640" y="376732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Mongoose queries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416052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FBE5D6"/>
          </a:solidFill>
          <a:ln w="19050">
            <a:solidFill>
              <a:srgbClr val="843C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16052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  </a:t>
            </a:r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 - users, categories, products, orders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5486400"/>
            <a:ext cx="11064240" cy="9601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5486400"/>
            <a:ext cx="11064240" cy="960120"/>
          </a:xfrm>
          <a:prstGeom prst="rect">
            <a:avLst/>
          </a:prstGeom>
          <a:noFill/>
          <a:ln/>
        </p:spPr>
        <p:txBody>
          <a:bodyPr wrap="square" lIns="137160" tIns="137160" rIns="137160" bIns="13716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API calls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Products &amp; search  -&gt;  GET /api/products,  /api/categories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Login &amp; register  -&gt;  POST /api/auth/login,  /api/auth/register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Place order  -&gt;  POST /api/orders   (can apply coupon code)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Design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841248"/>
            <a:ext cx="1645920" cy="41148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is a document database. This project uses 4 collections -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303520" cy="1600200"/>
          </a:xfrm>
          <a:prstGeom prst="rect">
            <a:avLst/>
          </a:prstGeom>
          <a:solidFill>
            <a:srgbClr val="DDEBF7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7830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collection: users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219456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email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(hashed)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(user/admin)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852160" y="2468880"/>
            <a:ext cx="457200" cy="0"/>
          </a:xfrm>
          <a:prstGeom prst="line">
            <a:avLst/>
          </a:prstGeom>
          <a:noFill/>
          <a:ln w="19050">
            <a:solidFill>
              <a:srgbClr val="59595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691640"/>
            <a:ext cx="5303520" cy="1600200"/>
          </a:xfrm>
          <a:prstGeom prst="rect">
            <a:avLst/>
          </a:prstGeom>
          <a:solidFill>
            <a:srgbClr val="E2EFDA"/>
          </a:solidFill>
          <a:ln w="19050">
            <a:solidFill>
              <a:srgbClr val="3756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17830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collection: categories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46520" y="219456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520440"/>
            <a:ext cx="5303520" cy="1600200"/>
          </a:xfrm>
          <a:prstGeom prst="rect">
            <a:avLst/>
          </a:prstGeom>
          <a:solidFill>
            <a:srgbClr val="FBE5D6"/>
          </a:solidFill>
          <a:ln w="19050">
            <a:solidFill>
              <a:srgbClr val="843C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6118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collection: products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" y="402336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price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description, image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categoryId, stock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852160" y="4297680"/>
            <a:ext cx="457200" cy="0"/>
          </a:xfrm>
          <a:prstGeom prst="line">
            <a:avLst/>
          </a:prstGeom>
          <a:noFill/>
          <a:ln w="19050">
            <a:solidFill>
              <a:srgbClr val="59595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3520440"/>
            <a:ext cx="5303520" cy="1600200"/>
          </a:xfrm>
          <a:prstGeom prst="rect">
            <a:avLst/>
          </a:prstGeom>
          <a:solidFill>
            <a:srgbClr val="DDEBF7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36118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collection: orders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46520" y="402336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userId, items[]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subtotal, discount, total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couponCode, status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5440680"/>
            <a:ext cx="11064240" cy="64008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4406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Relations:  products.categoryId -&gt; categories      orders.userId -&gt; users      orders.items[] -&gt; products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Modules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841248"/>
            <a:ext cx="1097280" cy="41148"/>
          </a:xfrm>
          <a:prstGeom prst="rect">
            <a:avLst/>
          </a:prstGeom>
          <a:solidFill>
            <a:srgbClr val="4472C4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95528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Authentication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 / login for customers and admin, JWT based security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catalogue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Browse, search and filter 168 products in 6 categories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 &amp; checkout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Add/remove items, apply coupon (INDEPENDENCE25), place order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 placement with e-mail confirmation, admin can update status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dashboard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 products and categories, view all orders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pages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 page, about, offers, 404 error page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 - 1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841248"/>
            <a:ext cx="1920240" cy="41148"/>
          </a:xfrm>
          <a:prstGeom prst="rect">
            <a:avLst/>
          </a:prstGeom>
          <a:solidFill>
            <a:srgbClr val="4472C4"/>
          </a:solidFill>
          <a:ln/>
        </p:spPr>
      </p:sp>
      <p:pic>
        <p:nvPicPr>
          <p:cNvPr id="4" name="Image 0" descr="C:\Users\aditya\OneDrive\Documents\Default Project\report-assets\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448" y="1234440"/>
            <a:ext cx="5212080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09448" y="5971032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page - storefront</a:t>
            </a:r>
            <a:endParaRPr lang="en-US" sz="1300" dirty="0"/>
          </a:p>
        </p:txBody>
      </p:sp>
      <p:pic>
        <p:nvPicPr>
          <p:cNvPr id="6" name="Image 1" descr="C:\Users\aditya\OneDrive\Documents\Default Project\report-assets\produ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0168" y="1234440"/>
            <a:ext cx="5212080" cy="46634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370168" y="5971032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detail page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 - 2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841248"/>
            <a:ext cx="1371600" cy="41148"/>
          </a:xfrm>
          <a:prstGeom prst="rect">
            <a:avLst/>
          </a:prstGeom>
          <a:solidFill>
            <a:srgbClr val="4472C4"/>
          </a:solidFill>
          <a:ln/>
        </p:spPr>
      </p:sp>
      <p:pic>
        <p:nvPicPr>
          <p:cNvPr id="4" name="Image 0" descr="C:\Users\aditya\OneDrive\Documents\Default Project\report-assets\off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448" y="1234440"/>
            <a:ext cx="5212080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09448" y="5971032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 page with coupon INDEPENDENCE25</a:t>
            </a:r>
            <a:endParaRPr lang="en-US" sz="1300" dirty="0"/>
          </a:p>
        </p:txBody>
      </p:sp>
      <p:pic>
        <p:nvPicPr>
          <p:cNvPr id="6" name="Image 1" descr="C:\Users\aditya\OneDrive\Documents\Default Project\report-assets\c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0168" y="1234440"/>
            <a:ext cx="5212080" cy="46634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370168" y="5971032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page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841248"/>
            <a:ext cx="2103120" cy="41148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234440"/>
            <a:ext cx="110642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testing - 16 test cases for auth, products, categories, cart, coupons and orders - all passed</a:t>
            </a: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testing - 10 user journeys tested on storefront and admin dashboard - all passed</a:t>
            </a: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testing - checked the layout on mobile, tablet and desktop sizes</a:t>
            </a: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testing - wrong passwords, fake tokens and unauthorised admin access are rejected</a:t>
            </a: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bugs - carousel fallback when images fail, zoom issue on iPhone (small input font), slow page loading due to large images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75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Overall: all test cases passed before final deployment.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Future Scope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841248"/>
            <a:ext cx="1554480" cy="41148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was completed successfully. Stockedup works as a full e-commerce website - customers can shop and place orders, and admins can manage the store. The application is live on Vercel and was tested thoroughly before submission.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3154680"/>
            <a:ext cx="110642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 gateway (UPI / cards) for real transactions</a:t>
            </a: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tracking, wishlist, reviews and ratings for products</a:t>
            </a: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inventory management, stock alerts and sales reports</a:t>
            </a: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storage for product images</a:t>
            </a: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 mobile app support (PWA)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3864"/>
          </a:solidFill>
          <a:ln/>
        </p:spPr>
      </p:sp>
      <p:pic>
        <p:nvPicPr>
          <p:cNvPr id="3" name="Image 0" descr="C:/Users/aditya/OneDrive/Documents/Default Project/frontend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77256" y="731520"/>
            <a:ext cx="1234440" cy="104241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82880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2724912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questions?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1828800" y="3566160"/>
            <a:ext cx="85313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Leader: Shubham Kr. Mandal</a:t>
            </a:r>
            <a:pPr algn="ctr"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Members: Aditya Raj (Regd. No. 2501445017)   |   Rudra Narayan Barik (Regd. No. 2501445603)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512064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CSE  |  Gandhi Engineering College (GEC Autonomous), Bhubaneswar   •   https://stockedup.vercel.app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Stockedup - Online Shopping (E-Commerce) System</dc:title>
  <dc:subject>Project Presentation</dc:subject>
  <dc:creator>Stockedup Team</dc:creator>
  <cp:lastModifiedBy>Stockedup Team</cp:lastModifiedBy>
  <cp:revision>1</cp:revision>
  <dcterms:created xsi:type="dcterms:W3CDTF">2026-08-06T11:06:44Z</dcterms:created>
  <dcterms:modified xsi:type="dcterms:W3CDTF">2026-08-06T11:06:44Z</dcterms:modified>
</cp:coreProperties>
</file>