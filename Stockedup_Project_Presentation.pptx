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itya/OneDrive/Documents/Default Project/frontend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56" y="320040"/>
            <a:ext cx="1234440" cy="10424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STOCKEDUP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(E-Commerce) System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727448" y="2880360"/>
            <a:ext cx="2743200" cy="27432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035808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Presentation  |  MERN Stack Web Application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41448" y="3566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41448" y="39136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Leader:  Shubham Kr. Mandal (Regd. No. 2501445245)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41448" y="4261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 Aditya Raj (Regd. No. 2501445017)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41448" y="46085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Narayan Barik (Regd. No. 2501445603)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441448" y="49560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Chanchal Patar (Regd. No. 2501445488)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598932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Gandhi Engineering College (GEC Autonomous), Bhubaneswar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Project: https://stockedup.vercel.app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8872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Stockedup is a full-stack e-commerce website. Customers can browse products, add them to the cart and place orders, while an admin dashboard is used to manage the store. Built with the MERN stack.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 of the application - customer storefront and admin dashboard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with 168 products in 6 categories, with search and filters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 using JWT tokens; passwords stored in encrypted (hashed) form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coupon-based discounts and order placement with e-mail confirmation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works on mobile as well as desktop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Vercel, database on MongoDB Atlas (cloud)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82880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 project -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Small/local shops have a limited reach - they can only sell to nearby customers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Using existing marketplaces means paying high commission and platform fees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Customers waste time on slow search and unclear product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 Order and inventory handling is done manually, which is slow and error prone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 Online stores are common targets of hacking - passwords and data need protection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 There was no simple and affordable e-commerce solution for smaller stores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46304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easy-to-use online store for browsing, searching and buying products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separate access for customers and admins using secure login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cart management, coupon discounts and order placement with confirmation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admins a dashboard to manage products, categories and orders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75120" y="15544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clear separation of client and server code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hashing and JWT-based sessions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that works on all screen sizes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on Vercel with MongoDB Atlas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DDEBF7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deliverables: working web application, source code package and project report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00584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MERN stack - JavaScript is used on both frontend and backend.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React Router + Vite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interface, pages, routing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logic, authentication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(Atlas) + Mongoose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users, categories, products, orders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tokens and password hashing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/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Vercel, Git, NPM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Deployment, version control, packages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219456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DDEBF7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- user interface, pages, API calls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2286000"/>
            <a:ext cx="0" cy="384048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2304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HTTPS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 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- REST API, auth, business logic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3749040"/>
            <a:ext cx="0" cy="384048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767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queries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E5D6"/>
          </a:solidFill>
          <a:ln w="19050">
            <a:solidFill>
              <a:srgbClr val="843C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605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- users, categories, products, orders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64240" cy="960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486400"/>
            <a:ext cx="11064240" cy="96012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API calls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Products &amp; search  -&gt;  GET /api/products,  /api/categories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Login &amp; register  -&gt;  POST /api/auth/login,  /api/auth/register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Place order  -&gt;  POST /api/orders   (can apply coupon code)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64592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document database. This project uses 4 collections -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1600200"/>
          </a:xfrm>
          <a:prstGeom prst="rect">
            <a:avLst/>
          </a:prstGeom>
          <a:solidFill>
            <a:srgbClr val="DDEBF7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(hashed)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(user/admin)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468880"/>
            <a:ext cx="45720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91640"/>
            <a:ext cx="5303520" cy="1600200"/>
          </a:xfrm>
          <a:prstGeom prst="rect">
            <a:avLst/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categories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03520" cy="1600200"/>
          </a:xfrm>
          <a:prstGeom prst="rect">
            <a:avLst/>
          </a:prstGeom>
          <a:solidFill>
            <a:srgbClr val="FBE5D6"/>
          </a:solidFill>
          <a:ln w="19050">
            <a:solidFill>
              <a:srgbClr val="843C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products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price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image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categoryId, stock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4297680"/>
            <a:ext cx="45720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520440"/>
            <a:ext cx="5303520" cy="1600200"/>
          </a:xfrm>
          <a:prstGeom prst="rect">
            <a:avLst/>
          </a:prstGeom>
          <a:solidFill>
            <a:srgbClr val="DDEBF7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orders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023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items[]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subtotal, discount, total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couponCode,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 products.categoryId -&gt; categories      orders.userId -&gt; users      orders.items[] -&gt; products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097280" cy="41148"/>
          </a:xfrm>
          <a:prstGeom prst="rect">
            <a:avLst/>
          </a:prstGeom>
          <a:solidFill>
            <a:srgbClr val="4472C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/ login for customers and admin, JWT based 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catalogue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Browse, search and filter 168 products in 6 categories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&amp; checkout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Add/remove items, apply coupon (INDEPENDENCE25), place order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placement with e-mail confirmation, admin can update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dashboard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products and categories, view all orders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pages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page, about, offers, 404 error 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- 1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920240" cy="41148"/>
          </a:xfrm>
          <a:prstGeom prst="rect">
            <a:avLst/>
          </a:prstGeom>
          <a:solidFill>
            <a:srgbClr val="4472C4"/>
          </a:solidFill>
          <a:ln/>
        </p:spPr>
      </p:sp>
      <p:pic>
        <p:nvPicPr>
          <p:cNvPr id="4" name="Image 0" descr="C:\Users\aditya\OneDrive\Documents\Default Project\report-asse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1234440"/>
            <a:ext cx="52120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448" y="59710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- storefront</a:t>
            </a:r>
            <a:endParaRPr lang="en-US" sz="1300" dirty="0"/>
          </a:p>
        </p:txBody>
      </p:sp>
      <p:pic>
        <p:nvPicPr>
          <p:cNvPr id="6" name="Image 1" descr="C:\Users\aditya\OneDrive\Documents\Default Project\report-assets\prod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1234440"/>
            <a:ext cx="5212080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0168" y="59710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- 2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371600" cy="41148"/>
          </a:xfrm>
          <a:prstGeom prst="rect">
            <a:avLst/>
          </a:prstGeom>
          <a:solidFill>
            <a:srgbClr val="4472C4"/>
          </a:solidFill>
          <a:ln/>
        </p:spPr>
      </p:sp>
      <p:pic>
        <p:nvPicPr>
          <p:cNvPr id="4" name="Image 0" descr="C:\Users\aditya\OneDrive\Documents\Default Project\report-assets\off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1234440"/>
            <a:ext cx="52120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448" y="59710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page with coupon INDEPENDENCE25</a:t>
            </a:r>
            <a:endParaRPr lang="en-US" sz="1300" dirty="0"/>
          </a:p>
        </p:txBody>
      </p:sp>
      <p:pic>
        <p:nvPicPr>
          <p:cNvPr id="6" name="Image 1" descr="C:\Users\aditya\OneDrive\Documents\Default Project\report-assets\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1234440"/>
            <a:ext cx="5212080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0168" y="59710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page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210312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- 16 test cases for auth, products, categories, cart, coupons and orders - all passed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- 10 user journeys tested on storefront and admin dashboard - all passed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testing - checked the layout on mobile, tablet and desktop sizes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- wrong passwords, fake tokens and unauthorised admin access are rejected</a:t>
            </a: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6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bugs - carousel fallback when images fail, zoom issue on iPhone (small input font), slow page loading due to large images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all test cases passed before final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554480" cy="411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completed successfully. Stockedup works as a full e-commerce website - customers can shop and place orders, and admins can manage the store. The application is live on Vercel and was tested thoroughly before submission.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(UPI / cards) for real transactions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tracking, wishlist, reviews and ratings for products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management, stock alerts and sales reports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product images</a:t>
            </a: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endParaRPr lang="en-US" sz="1500" dirty="0"/>
          </a:p>
          <a:p>
            <a:pPr marL="304800" indent="-3048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mobile app support (PWA)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3" name="Image 0" descr="C:/Users/aditya/OneDrive/Documents/Default Project/frontend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56" y="731520"/>
            <a:ext cx="1234440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724912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28800" y="352044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Leader: Shubham Kr. Mandal (Regd. No. 2501445245)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28800" y="3913632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Aditya Raj (Regd. No. 2501445017)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4261104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Narayan Barik (Regd. No. 2501445603)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0" y="4608576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Chanchal Patar (Regd. No. 2501445488)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 |  Gandhi Engineering College (GEC Autonomous), Bhubaneswar   •   https://stockedup.vercel.app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Stockedup - Online Shopping (E-Commerce) System</dc:title>
  <dc:subject>Project Presentation</dc:subject>
  <dc:creator>Stockedup Team</dc:creator>
  <cp:lastModifiedBy>Stockedup Team</cp:lastModifiedBy>
  <cp:revision>1</cp:revision>
  <dcterms:created xsi:type="dcterms:W3CDTF">2026-08-06T11:50:37Z</dcterms:created>
  <dcterms:modified xsi:type="dcterms:W3CDTF">2026-08-06T11:50:37Z</dcterms:modified>
</cp:coreProperties>
</file>