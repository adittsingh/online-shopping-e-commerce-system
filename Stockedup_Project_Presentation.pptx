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411480"/>
            <a:ext cx="1234440" cy="10424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2395728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Shopping (E-Commerce) System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727448" y="3063240"/>
            <a:ext cx="2743200" cy="27432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320040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Presentation  |  MERN Stack Web Application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441448" y="37947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pPr algn="ctr" indent="0" marL="0">
              <a:lnSpc>
                <a:spcPts val="800"/>
              </a:lnSpc>
              <a:buNone/>
            </a:pPr>
            <a:endParaRPr lang="en-US" sz="130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 Shubham Kr. Mandal</a:t>
            </a:r>
            <a:endParaRPr lang="en-US" sz="1300" dirty="0"/>
          </a:p>
          <a:p>
            <a:pPr algn="ctr" indent="0" marL="0">
              <a:lnSpc>
                <a:spcPts val="800"/>
              </a:lnSpc>
              <a:buNone/>
            </a:pPr>
            <a:endParaRPr lang="en-US" sz="130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Aditya Raj (Regd. No. 2501445017)</a:t>
            </a:r>
            <a:endParaRPr lang="en-US" sz="1300" dirty="0"/>
          </a:p>
          <a:p>
            <a:pPr algn="ctr" indent="0" marL="0">
              <a:lnSpc>
                <a:spcPts val="800"/>
              </a:lnSpc>
              <a:buNone/>
            </a:pPr>
            <a:endParaRPr lang="en-US" sz="130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Narayan Barik (Regd. No. 2501445603)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5989320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Gandhi Engineering College (GEC Autonomous), Bhubaneswar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Project: https://stockedup.vercel.app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1887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 is a full-stack e-commerce website. Customers can browse products, add them to the cart and place orders, while an admin dashboard is used to manage the store. Built with the MERN stack.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11064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 of the application - customer storefront and admin dashboard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catalogue with 168 products in 6 categories, with search and filters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Login/signup using JWT tokens; passwords stored in encrypted (hashed) form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Cart, coupon-based discounts and order placement with e-mail confirmation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design, works on mobile as well as desktop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Vercel, database on MongoDB Atlas (cloud)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82880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 project -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 Small/local shops have a limited reach - they can only sell to nearby customers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 Using existing marketplaces means paying high commission and platform fees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 Customers waste time on slow search and unclear product information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 Order and inventory handling is done manually, which is slow and error prone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 Online stores are common targets of hacking - passwords and data need protection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3035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 There was no simple and affordable e-commerce solution for smaller stores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4630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Objectives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easy-to-use online store for browsing, searching and buying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separate access for customers and admins using secure login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cart management, coupon discounts and order placement with confirmation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admins a dashboard to manage products, categories and orders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675120" y="1097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75120" y="15544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with clear separation of client and server code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hashing and JWT-based sessions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 that works on all screen sizes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on Vercel with MongoDB Atlas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DD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deliverables: working web application, source code package and project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058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the MERN stack - JavaScript is used on both frontend and backend.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97680"/>
                <a:gridCol w="4572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React Router + Vite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interface, pages, routing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Express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API, logic, 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(Atlas) + Mongoose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users, categories, products,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+ bcrypt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tokens and password hashing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/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Vercel, Git, NPM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Deployment, version control, packages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9456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- user interface, pages, API calls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80760" y="228600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63640" y="2304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over HTTPS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97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SERVER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- REST API, auth, business logic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80760" y="374904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37673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queries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60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- users, categories, products, orders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API calls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Products &amp; search  -&gt;  GET /api/products,  /api/categories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Login &amp; register  -&gt;  POST /api/auth/login,  /api/auth/register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Place order  -&gt;  POST /api/orders   (can apply coupon code)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6459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is a document database. This project uses 4 collections -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users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(hashed)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(user/admin)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24688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691640"/>
            <a:ext cx="5303520" cy="16002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categories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1600200"/>
          </a:xfrm>
          <a:prstGeom prst="rect">
            <a:avLst/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products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price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image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categoryId, stock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42976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5204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orders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userId, items[]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subtotal, discount, total</a:t>
            </a:r>
            <a:endParaRPr lang="en-US" sz="1200" dirty="0"/>
          </a:p>
          <a:p>
            <a:pPr indent="0" marL="0">
              <a:lnSpc>
                <a:spcPts val="6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couponCode, status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Relations:  products.categoryId -&gt; categories      orders.userId -&gt; users      orders.items[] -&gt; products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Modules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97280" cy="41148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/ login for customers and admin, JWT based 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catalogue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Browse, search and filter 168 products in 6 categories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&amp; checkout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items, apply coupon (INDEPENDENCE25), place order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placement with e-mail confirmation, admin can update status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dashboard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products and categories, view all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page, about, offers, 404 error page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92024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- storefront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 page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37160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off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page with coupon INDEPENDENCE25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c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page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031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- 16 test cases for auth, products, categories, cart, coupons and orders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- 10 user journeys tested on storefront and admin dashboard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testing - checked the layout on mobile, tablet and desktop sizes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testing - wrong passwords, fake tokens and unauthorised admin access are rejected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bugs - carousel fallback when images fail, zoom issue on iPhone (small input font), slow page loading due to large images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all test cases passed before final deployment.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55448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was completed successfully. Stockedup works as a full e-commerce website - customers can shop and place orders, and admins can manage the store. The application is live on Vercel and was tested thoroughly before submission.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(UPI / cards) for real transactions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tracking, wishlist, reviews and ratings for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inventory management, stock alerts and sales reports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for product images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mobile app support (PWA)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3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731520"/>
            <a:ext cx="1234440" cy="10424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9202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828800" y="3474720"/>
            <a:ext cx="85313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Shubham Kr. Mandal</a:t>
            </a:r>
            <a:pPr algn="ctr" indent="0" marL="0">
              <a:lnSpc>
                <a:spcPts val="1000"/>
              </a:lnSpc>
              <a:buNone/>
            </a:pPr>
            <a:endParaRPr lang="en-US" sz="15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Aditya Raj (Regd. No. 2501445017)   |   Rudra Narayan Barik (Regd. No. 2501445603)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CSE  |  Gandhi Engineering College (GEC Autonomous), Bhubaneswar   •   https://stockedup.vercel.app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Stockedup - Online Shopping (E-Commerce) System</dc:title>
  <dc:subject>Project Presentation</dc:subject>
  <dc:creator>Stockedup Team</dc:creator>
  <cp:lastModifiedBy>Stockedup Team</cp:lastModifiedBy>
  <cp:revision>1</cp:revision>
  <dcterms:created xsi:type="dcterms:W3CDTF">2026-08-06T10:37:47Z</dcterms:created>
  <dcterms:modified xsi:type="dcterms:W3CDTF">2026-08-06T10:37:47Z</dcterms:modified>
</cp:coreProperties>
</file>